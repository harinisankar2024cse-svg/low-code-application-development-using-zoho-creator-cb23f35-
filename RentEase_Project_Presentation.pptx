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RentEase is a rental management system for a small property owner, built in Zoho Creator. In numbers: 10 forms, 8 form workflows and 2 approvals, plus a blueprint, schedules, 9 reports, a dashboard and a tenant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a small owner runs rentals on spreadsheets and chats. RentEase has three users. The manager runs daily operations, the tenant uses a separate portal, and the owner approves big spends. In the demo the admin account plays manager and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chain: Property has Units, a Lease joins a Tenant to a Unit, each lease has Rent Invoices and Payments, a tenant raises Maintenance Requests that may go to a Vendor and need a Repair Approval, and a Move-out Request ends the lease. The links are lookup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story of one lease. Every highlighted action is done by a workflow or schedule, not by a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 workflow has two settings: the record event (created, edited) and the form event (on user input, on validate, on success). Auto-fill runs as soon as a lookup is picked, on success runs after the record saves, and on validate runs before saving. Functions are written once and called from other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blueprint forces a record through stages in order. Cost decides the branch: a repair above Rs 5,000 can only go to Pending Approval, while a cheaper one goes straight to Completed. Assign needs a vendor, and every transition updates the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Approvals are a person's yes or no decision, triggered when a record meets a criteria. Schedules run at a set date and time. A form workflow reacts to an event, a schedule runs on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report of every type, each serving a decision, such as a Kanban for repair stages and a calendar for rent due dates. The dashboard cards read live data: leases, rent collected, overdue invoices and open repairs.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Tenants are external users, so they get their own portal and login. The Tenant_Profile permission set shows only five reports, and Property, Unit and Vendor stay hidden. I tested it by inviting a tenant, signing in and raising a repair request that the manager received.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open about the limits: the Command Center has 5 of 11 elements, payment is simulated, the admin account stands in for the owner, and tenant-level record filtering is still to do.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RentEase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Rental &amp; Tenant Management System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Zoho Creator, a low-code platform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Sankar  |  240701168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and Engineering, Rajalakshmi Engineering College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914400"/>
            <a:ext cx="210312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987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2103120"/>
            <a:ext cx="210312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176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24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workflows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3291840"/>
            <a:ext cx="210312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913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not spreadsheets and chats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in spreadsheets, repairs in WhatsApp, deposit refunds argued over, no view of empty flats.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RentEase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6420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Leases, rent, repairs and refunds in one place, with automatic emails, approvals and live figures.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0896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leases, invoices, repairs and reminders from the app and the dashboard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91840" y="283464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74720" y="2971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31089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1605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347472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 to a portal to see their data and raise repair requests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126480" y="2834640"/>
            <a:ext cx="26517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29718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10896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951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repairs above Rs 5,000 and deposit refunds from the Approvals inbox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linked forms hold 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94560" y="12801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19456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12801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93192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Lease_Agreement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28016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669280" y="1280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251460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19456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Move_Out_Request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251460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93192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Rent_Invoice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51460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6928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Maintenance_Request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06640" y="251460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0664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374904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931920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Rent_Payment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0" y="3749040"/>
            <a:ext cx="14630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669280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Repair_Approval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flipH="1">
            <a:off x="1920240" y="1600200"/>
            <a:ext cx="2743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657600" y="1600200"/>
            <a:ext cx="2743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5394960" y="1600200"/>
            <a:ext cx="2743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663440" y="1920240"/>
            <a:ext cx="0" cy="5943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63440" y="3154680"/>
            <a:ext cx="0" cy="5943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3291840" y="1920240"/>
            <a:ext cx="914400" cy="5943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1920240"/>
            <a:ext cx="0" cy="5943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0" y="3154680"/>
            <a:ext cx="0" cy="5943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7132320" y="2834640"/>
            <a:ext cx="2743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57200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show lookups: a form picks records from another form instead of retyping them. A lease joins one tenant to one unit.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434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group the forms: setup (indigo), lease (purple), money (green), repairs (amber).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lease to refund, automatically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created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fills in, reference LEASE-2026-n is set, unit becomes Occupied, tenant gets a welcome email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creates an invoice for every active lease; total is calculated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28016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unpaid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schedule marks it Overdue, adds a Rs 500 late fee and emails the tenant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108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paid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marks the invoice Paid and a function emails the receipt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108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needed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is emailed; blueprint and approval control the repair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971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3108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1089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Move-out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611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are totalled, refund is calculated and the owner approves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form workflows and two functions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user input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Fill_Rent_From_Unit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Fill_Rent_From_Lease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Fill_Amount_From_Invoice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saving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1737360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03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Set_Lease_Reference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On_Lease_Created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On_Payment_Mark_Paid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Notify_Manager_On_Request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517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137160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validate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1031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Calculate_Refund (totals deductions, sets refund)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88620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4034790"/>
            <a:ext cx="297180" cy="2971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417320" y="38404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generateReceipt(invoiceId) emails a receipt and is called by the payment workflow. sendRentReminders() emails everyone with unpaid rent and is called by a dashboard button. Each is written once and reused.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Blueprint: repairs follow a fixed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128016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194560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931920" y="128016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931920" y="12801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577340"/>
            <a:ext cx="2743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1577340"/>
            <a:ext cx="27432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1280160"/>
            <a:ext cx="1737360" cy="594360"/>
          </a:xfrm>
          <a:prstGeom prst="roundRect">
            <a:avLst>
              <a:gd name="adj" fmla="val 1230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852160" y="1280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Approval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94960" y="1577340"/>
            <a:ext cx="45720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394960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above Rs 5,000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2606040"/>
            <a:ext cx="1463040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931920" y="2606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2606040"/>
            <a:ext cx="1645920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48640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Confirmed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0" y="2606040"/>
            <a:ext cx="1371600" cy="594360"/>
          </a:xfrm>
          <a:prstGeom prst="roundRect">
            <a:avLst>
              <a:gd name="adj" fmla="val 1230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315200" y="26060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1874520"/>
            <a:ext cx="0" cy="7315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2286000" y="20574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Rs 5,000 or less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flipH="1">
            <a:off x="5257800" y="1874520"/>
            <a:ext cx="1463040" cy="73152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94960" y="2903220"/>
            <a:ext cx="9144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32320" y="2903220"/>
            <a:ext cx="18288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" y="3566160"/>
            <a:ext cx="2651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008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vendor before the request moves 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91840" y="3566160"/>
            <a:ext cx="2651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347472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Status field automatically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3566160"/>
            <a:ext cx="26517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309360" y="3639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309360" y="3977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allowed button shows, based on cost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 and schedules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(2)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488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cost: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quote above Rs 5,000 goes to two approval levels, each with Approve and Reject. The decision updates the Approval Status and emails the requester.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refund: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move-out request is approved before the refund is paid.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417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(3)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846320" y="2148840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846320" y="21488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1031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invoices past due become Overdue with a Rs 500 late fee, and the tenant is emailed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46320" y="2971800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46320" y="297180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29260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of open repairs emailed to the manager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46320" y="3794760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46320" y="37947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852160" y="37490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is created for every active lease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reports and a live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556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57400" y="128016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4884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17556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invoice edits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28016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749040" y="13898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75564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stages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529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due dates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57400" y="237744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148840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28529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locations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237744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749040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285292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over 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48640" y="3584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502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by month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57400" y="347472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2148840" y="3584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148840" y="39502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by property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0" y="3474720"/>
            <a:ext cx="14630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749040" y="3584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39502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per property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 on the dashboard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94960" y="1691640"/>
            <a:ext cx="155448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39496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86600" y="1691640"/>
            <a:ext cx="1554480" cy="1280160"/>
          </a:xfrm>
          <a:prstGeom prst="roundRect">
            <a:avLst>
              <a:gd name="adj" fmla="val 8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08660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3,67,000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2468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collected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94960" y="3108960"/>
            <a:ext cx="1554480" cy="128016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539496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539496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invoices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086600" y="3108960"/>
            <a:ext cx="1554480" cy="128016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08660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repairs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portal and access control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97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4813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184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09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app, dashboard, all reports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4297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" y="2578608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157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280720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inbox for large repairs and refunds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474720"/>
            <a:ext cx="4297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360" y="367588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130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390448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only: lease, invoices, payments, maintenance and move-out reports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12064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end to end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120640" y="16916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1206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66928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invited to the portal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120640" y="22860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1206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on the portal login page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120640" y="28803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120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566928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Tenant_Profile reports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120640" y="34747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1206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566928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 repair request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5120640" y="40690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1206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66928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sees it and is emailed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done, and what comes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forms with lookups, 8 form workflows, 2 functions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with cost branching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approvals and 3 schedules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reports and a dashboard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portal, tested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Command Center page (5 of 11 elements)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Now, Resend Receipt, batch and report workflows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 instead of simulated payment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manager and owner roles for approvals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Tenant-level record filtering in the portal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ntEase">
  <a:themeElements>
    <a:clrScheme name="RentEase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D9488"/>
      </a:accent2>
      <a:accent3>
        <a:srgbClr val="F59E0B"/>
      </a:accent3>
      <a:accent4>
        <a:srgbClr val="E11D48"/>
      </a:accent4>
      <a:accent5>
        <a:srgbClr val="16A34A"/>
      </a:accent5>
      <a:accent6>
        <a:srgbClr val="7C3AED"/>
      </a:accent6>
      <a:hlink>
        <a:srgbClr val="4F46E5"/>
      </a:hlink>
      <a:folHlink>
        <a:srgbClr val="7C3AED"/>
      </a:folHlink>
    </a:clrScheme>
    <a:fontScheme name="RentEa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RentEase: Property Rental &amp; Tenant Management System</dc:title>
  <dc:subject>PptxGenJS Presentation</dc:subject>
  <dc:creator>Harini Sankar</dc:creator>
  <cp:lastModifiedBy>Harini Sankar</cp:lastModifiedBy>
  <cp:revision>1</cp:revision>
  <dcterms:created xsi:type="dcterms:W3CDTF">2026-10-30T05:35:10Z</dcterms:created>
  <dcterms:modified xsi:type="dcterms:W3CDTF">2026-10-30T05:35:10Z</dcterms:modified>
</cp:coreProperties>
</file>